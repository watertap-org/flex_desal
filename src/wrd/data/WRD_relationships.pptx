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7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4E055-7EDE-4942-8A8E-26D3995E0CF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1828F-143B-4F7E-AD53-7E37AF7FD5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8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1828F-143B-4F7E-AD53-7E37AF7FD5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3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B890C-1A98-B29A-C7F3-71D79BDB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74D3A-8D91-D5D9-1782-5E170C210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1AFC9-B4D1-4F74-F229-D5E12129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C345-D57F-491C-987C-9749C5F2224C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F6DD4-ED78-29D3-2FED-A8CAF2E8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DD239-6B49-1738-FCE1-09949087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68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2D17-D8AB-5020-0262-73790CB3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7B4C2-F40F-2C07-20AB-C97400054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86453-5FD6-F343-519A-FE19C0E3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F4DF-3CA7-4C97-BDB4-C6DD1FD51E4A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22E23-E97E-0F33-0818-7A422A01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450C2-CECA-CBF8-F2AB-BB519076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7AE0837F-5DE1-4B07-A5D3-62576038E77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4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86AA-3BC0-304E-58AD-843690455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B6B7D-E576-838A-DD9C-E67095D08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464DE-3FA1-2FF0-9F40-0FC31D2E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AFFD-EECE-4833-8010-92A8C8FB3C0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88982-487E-55EE-837C-00296059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E3EB3-E0DC-D152-CD62-8818C3F4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90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9C48-1A17-E0FC-B9F4-979BB05A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8D0C3-5B8D-C942-E279-AA520F74C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96306-BAD9-5CF5-567B-56231EC8D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A208C-E913-4949-A453-ABF79D965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8D36-53EC-4CFE-AF9C-CB8E2F10F69D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3A213-2572-E93D-3C2D-0EB3AEB9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49371-BA70-394B-03CD-3B168F83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78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6547-8001-7490-B0EF-A14F9E49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0E281-F630-6D83-EF4C-912E8DE51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DE86E-273A-ADD5-8D83-AE8F08D37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510F8E-C2CB-C5E7-A649-46F383C84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ABFE9-E7B3-14CB-70F7-461E62ADF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26A62-F1E5-9E5A-5A44-1C06E71A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5696B-4435-449E-8F21-85872273D603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1815E-BA4E-C755-9DD3-E5D71500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6D8AA-EF27-ED0D-AB8D-46CCAA4A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8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E9E9-0231-429A-FA65-BC706CB1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778B6-24C3-5299-FA8B-DBE69A0C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EF37-7B64-42AB-A366-90BA0D7C86FD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BCACB-5508-2C8B-F5EE-8EE985B2E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243BB-1F0D-57F3-0129-3F5BFF713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03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31C99-A0BF-B6A2-486B-40C5390F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722BA-F846-4582-B908-1CC099DC61E3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8C4F8-6A6D-7EE4-809F-9F1B41FE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DF743-D28E-C7A8-B5CA-E7B864B2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60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B7141-FCD9-7231-E032-E72CC1B2E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0BB86-C88A-29EC-CA5D-E2E274817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00411-B050-5BBF-FC66-B53371065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0E848-7839-B27B-BBB4-0570F68E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F326-2793-474F-8BD9-02B821E7734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B0C2C-C32F-A575-42FF-A17E0971B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74DDE-BD34-CCAA-4EE0-1D87F2AC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5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385A-F487-6F21-6BD9-F449CD01E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FF76F-AFF4-B181-7037-45F7FD089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B77F8-8E17-22FE-3D8F-930F4DB5F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62A5F-7CCA-DC9B-159A-F81A6CEB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E74F2-3128-4808-A337-56AC5E8E0B6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17CA7-3016-16EB-0BF1-CEC2B8A7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3FBC2-2BC8-A27C-8F60-7151A85D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2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680D-25A4-0BF4-5ED9-BA940119C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2B0EB-653A-738B-A8EC-F6FB132FD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3883-6D77-02A0-8CBA-D2A9D360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5D4EA-0FDA-4E54-BF0C-9BAFE1088F4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5CD5C-3D3B-1654-EC33-A26BF7EC9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4AE3C-B005-B213-AAC5-CDEAD68E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2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52D49-A195-B80F-9C8A-F33A8925F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A1653-A1A2-60E6-E9CF-85FD26A5D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CA8A3-BD6E-BDF1-28AE-A293787E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625D3-EC45-47BF-9361-620AA65474CB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621B-D312-B5CA-9EBB-C227F02D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2E951-B242-85CA-7451-C75BD8F0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4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47205-85BD-EE33-FE1D-F3B51F1D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56D74-AF5E-9FAC-8639-D98144AE6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ADED9-7F0D-9DBB-9B48-8F258E235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F9D3A-87C8-4A3A-A9C8-850CA0595EE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795A6-1178-8511-0733-E9528059F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B9D1B-4EF4-1C03-8A44-65719C71D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0837F-5DE1-4B07-A5D3-62576038E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CB3A-EC38-EB7A-6E1D-871DCF0E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332"/>
          </a:xfrm>
        </p:spPr>
        <p:txBody>
          <a:bodyPr/>
          <a:lstStyle/>
          <a:p>
            <a:r>
              <a:rPr lang="en-US" dirty="0"/>
              <a:t>Ordered List of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E29B4-2C0C-66D6-EE0F-98580B9FB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458"/>
            <a:ext cx="10515600" cy="5077505"/>
          </a:xfrm>
        </p:spPr>
        <p:txBody>
          <a:bodyPr/>
          <a:lstStyle/>
          <a:p>
            <a:r>
              <a:rPr lang="en-US" dirty="0"/>
              <a:t>UV Flowrate vs. Permeate Flowrate</a:t>
            </a:r>
          </a:p>
          <a:p>
            <a:r>
              <a:rPr lang="en-US" dirty="0"/>
              <a:t>Specific Energy Consumption of RO vs. Permeate Flow (Train 1 Only)</a:t>
            </a:r>
          </a:p>
          <a:p>
            <a:r>
              <a:rPr lang="en-US" dirty="0"/>
              <a:t>Total Feed Flowrate vs. Time</a:t>
            </a:r>
          </a:p>
          <a:p>
            <a:r>
              <a:rPr lang="en-US" dirty="0"/>
              <a:t>Total Power Consumption vs Total Feed Flowrate</a:t>
            </a:r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834F0-F436-5701-3D20-0813898A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4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27924-35B4-D1A0-FA11-742AAA72E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B38F7-917A-98E1-FE5F-584ABE83E2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84"/>
          <a:stretch>
            <a:fillRect/>
          </a:stretch>
        </p:blipFill>
        <p:spPr>
          <a:xfrm>
            <a:off x="1451277" y="157418"/>
            <a:ext cx="9289445" cy="65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B307B-0584-39B3-3ADA-EF6A93ED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z="2000" smtClean="0"/>
              <a:t>3</a:t>
            </a:fld>
            <a:endParaRPr lang="en-US" sz="2000" dirty="0"/>
          </a:p>
        </p:txBody>
      </p:sp>
      <p:pic>
        <p:nvPicPr>
          <p:cNvPr id="6" name="Picture 5" descr="Chart, scatter chart&#10;&#10;AI-generated content may be incorrect.">
            <a:extLst>
              <a:ext uri="{FF2B5EF4-FFF2-40B4-BE49-F238E27FC236}">
                <a16:creationId xmlns:a16="http://schemas.microsoft.com/office/drawing/2014/main" id="{181D1932-5A1F-4D98-BB8C-A2B1D4169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4" r="6537"/>
          <a:stretch>
            <a:fillRect/>
          </a:stretch>
        </p:blipFill>
        <p:spPr>
          <a:xfrm>
            <a:off x="1690550" y="62874"/>
            <a:ext cx="8810899" cy="665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7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8E75CF-6905-8AC5-69E7-F8EF83BDD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182" y="0"/>
            <a:ext cx="8975876" cy="67319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ECE16-85B3-3746-EE9B-AF4E7088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51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76C140-69A2-D4FE-EA7F-C291A3D8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A7DA4D-B282-A01D-1DE4-A816D6F349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34"/>
          <a:stretch>
            <a:fillRect/>
          </a:stretch>
        </p:blipFill>
        <p:spPr>
          <a:xfrm>
            <a:off x="1273628" y="107821"/>
            <a:ext cx="9405257" cy="664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55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351615-B87F-ADD4-79AD-763859F19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0837F-5DE1-4B07-A5D3-62576038E7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3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44</Words>
  <Application>Microsoft Office PowerPoint</Application>
  <PresentationFormat>Widescreen</PresentationFormat>
  <Paragraphs>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Ordered List of Plots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Churchill, Jake</dc:creator>
  <cp:lastModifiedBy>Churchill, Jake</cp:lastModifiedBy>
  <cp:revision>5</cp:revision>
  <dcterms:created xsi:type="dcterms:W3CDTF">2025-11-26T20:39:40Z</dcterms:created>
  <dcterms:modified xsi:type="dcterms:W3CDTF">2025-11-26T22:27:11Z</dcterms:modified>
</cp:coreProperties>
</file>